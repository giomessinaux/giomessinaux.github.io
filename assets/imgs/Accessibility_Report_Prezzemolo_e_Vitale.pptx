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0574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3545" y="0"/>
            <a:ext cx="9174455" cy="20574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52883"/>
            <a:ext cx="9144000" cy="206191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3545" y="2052883"/>
            <a:ext cx="9174455" cy="206191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110283"/>
            <a:ext cx="9144000" cy="2061917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3545" y="4110283"/>
            <a:ext cx="9174455" cy="206191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167683"/>
            <a:ext cx="9144000" cy="2061917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13545" y="6167683"/>
            <a:ext cx="9174455" cy="2061917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8225083"/>
            <a:ext cx="9144000" cy="2061917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13545" y="8225083"/>
            <a:ext cx="9174455" cy="20619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0574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20574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52883"/>
            <a:ext cx="9144000" cy="206191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2052883"/>
            <a:ext cx="9163050" cy="206191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110283"/>
            <a:ext cx="9144000" cy="2061917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4110283"/>
            <a:ext cx="9163050" cy="206191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167683"/>
            <a:ext cx="9144000" cy="2061917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4950" y="6167683"/>
            <a:ext cx="9163050" cy="2061917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8225083"/>
            <a:ext cx="9144000" cy="2061917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8225083"/>
            <a:ext cx="9163050" cy="20619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0574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20574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52883"/>
            <a:ext cx="9144000" cy="206191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2052883"/>
            <a:ext cx="9163050" cy="206191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110283"/>
            <a:ext cx="9144000" cy="2061917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4110283"/>
            <a:ext cx="9163050" cy="206191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167683"/>
            <a:ext cx="9144000" cy="2061917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4950" y="6167683"/>
            <a:ext cx="9163050" cy="2061917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8225083"/>
            <a:ext cx="9144000" cy="2061917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8225083"/>
            <a:ext cx="9163050" cy="20619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0574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20574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52883"/>
            <a:ext cx="9144000" cy="206191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2052883"/>
            <a:ext cx="9163050" cy="206191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110283"/>
            <a:ext cx="9144000" cy="2061917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4110283"/>
            <a:ext cx="9163050" cy="206191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167683"/>
            <a:ext cx="9144000" cy="2061917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4950" y="6167683"/>
            <a:ext cx="9163050" cy="2061917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8225083"/>
            <a:ext cx="9144000" cy="2061917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8225083"/>
            <a:ext cx="9163050" cy="20619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0574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20574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52883"/>
            <a:ext cx="9144000" cy="206191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2052883"/>
            <a:ext cx="9163050" cy="206191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110283"/>
            <a:ext cx="9144000" cy="2061917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4110283"/>
            <a:ext cx="9163050" cy="206191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167683"/>
            <a:ext cx="9144000" cy="2061917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4950" y="6167683"/>
            <a:ext cx="9163050" cy="2061917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8225083"/>
            <a:ext cx="9144000" cy="2061917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8225083"/>
            <a:ext cx="9163050" cy="20619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0574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20574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52883"/>
            <a:ext cx="9144000" cy="206191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2052883"/>
            <a:ext cx="9163050" cy="206191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110283"/>
            <a:ext cx="9144000" cy="2061917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4110283"/>
            <a:ext cx="9163050" cy="206191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167683"/>
            <a:ext cx="9144000" cy="2061917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4950" y="6167683"/>
            <a:ext cx="9163050" cy="2061917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8225083"/>
            <a:ext cx="9144000" cy="2061917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4950" y="8225083"/>
            <a:ext cx="9163050" cy="20619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2026-08-07T14:19:20Z</dcterms:created>
  <dcterms:modified xsi:type="dcterms:W3CDTF">2026-08-07T14:19:20Z</dcterms:modified>
</cp:coreProperties>
</file>