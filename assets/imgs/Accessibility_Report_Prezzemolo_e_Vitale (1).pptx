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45" y="0"/>
            <a:ext cx="917445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45" y="0"/>
            <a:ext cx="917445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45" y="0"/>
            <a:ext cx="917445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45" y="0"/>
            <a:ext cx="917445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45" y="0"/>
            <a:ext cx="917445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45" y="0"/>
            <a:ext cx="9174455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2026-08-07T14:27:20Z</dcterms:created>
  <dcterms:modified xsi:type="dcterms:W3CDTF">2026-08-07T14:27:20Z</dcterms:modified>
</cp:coreProperties>
</file>